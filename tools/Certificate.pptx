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0A42"/>
    <a:srgbClr val="338091"/>
    <a:srgbClr val="0070AD"/>
    <a:srgbClr val="00929B"/>
    <a:srgbClr val="811B6F"/>
    <a:srgbClr val="FF9C29"/>
    <a:srgbClr val="33B5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8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E06E2-6C90-4BAA-AF3F-5B4EFF161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DCF9A6-F161-40F9-902D-8D39E73A6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852B8-FDBF-4AB7-994F-B82C8223C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B3C78-7466-4BF5-A2E4-22B8680E2A0C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739A7-550B-45D4-A7E4-799AC5145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B8C08-0FB5-4F7C-84C5-02311F73F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F4DA-C2B8-4AAF-96CD-DA379B2B7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752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C9A72-A9FE-4A4B-9427-4ACF71A13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2C0EC-1E9E-418D-A9C5-DCCDCE77D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2D306-D1F0-4C32-9A64-A6A74C258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B3C78-7466-4BF5-A2E4-22B8680E2A0C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C1DC-0890-4910-9946-CB7A67165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A2808-0125-462A-9F99-977306CCA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F4DA-C2B8-4AAF-96CD-DA379B2B7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1C271-54DE-453D-80E9-3771E0158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FDAE4-1588-4A2F-A004-820F08DB5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E65BB-2DE6-4EC5-BEA0-0F3C35421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B3C78-7466-4BF5-A2E4-22B8680E2A0C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7740A-BD0C-4EF6-9FE7-14D7CED7B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14AD6-149F-4AD5-8E9B-E1FE5C66B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F4DA-C2B8-4AAF-96CD-DA379B2B7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82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2F157-681D-4524-BF0A-2F8DE5D21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0826A-184D-4A50-8CEF-ADAAEA986D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42042-60A2-4EE5-ABCE-D08233184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82169-2BC3-4949-B434-7EE020489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B3C78-7466-4BF5-A2E4-22B8680E2A0C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790C2-F3A3-4203-9B8A-BA26E3F49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C5CC1-6AE2-4CB9-8899-D444BF01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F4DA-C2B8-4AAF-96CD-DA379B2B7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9E83B-6749-4B89-B4D9-C5D7729A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A55752-06B6-45E9-8692-0A6CF3071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80D2E8-C105-4883-BA34-AB1098589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43BE41-777B-4B93-ADFC-48347647B2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914F5B-F9E0-4CC7-9BF7-B49D9CF3FE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EE928F-2D22-490A-A1FD-B49C3C2B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B3C78-7466-4BF5-A2E4-22B8680E2A0C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C9B0DE-1B12-4456-A33D-235AC4BD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1AEFC5-9F79-4996-AA49-2E13BBFE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F4DA-C2B8-4AAF-96CD-DA379B2B7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023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22A03-ED4F-47B9-8DD2-0C13C8C3E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ADA9F0-2419-4D36-AC7A-40775CBE5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B3C78-7466-4BF5-A2E4-22B8680E2A0C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4EF830-7363-4F72-A6C4-0A7C6114A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9FB1C-7FE1-4DB8-A99F-FF1457760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F4DA-C2B8-4AAF-96CD-DA379B2B7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392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8BF57F-6C8B-45A2-8A9B-C2A351E1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B3C78-7466-4BF5-A2E4-22B8680E2A0C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9F61DC-448A-4A89-842F-8813D9D96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04F00-5317-4EB2-B086-3523E3D3F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F4DA-C2B8-4AAF-96CD-DA379B2B7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784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40C5F-55D6-4EDA-B282-38640D3D7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F74B0-CC84-4A19-93BC-103BBE77C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7CDB8-44DF-467A-876A-1803EDF4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3B25A-7816-4901-9A5B-3E4778AEA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B3C78-7466-4BF5-A2E4-22B8680E2A0C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CDBC0-D683-4BB8-BAA6-8F7635886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23FB4-4A64-4186-B3AB-8EEE05C3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F4DA-C2B8-4AAF-96CD-DA379B2B7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453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8EE04-63EA-4BD4-BAEF-DDA21DB77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5B069E-C984-43F2-8D5E-01196C4DB3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65E346-35D2-4650-86B1-8034AFE1E6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5DF81-5CD5-4867-AA17-84B550DB8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B3C78-7466-4BF5-A2E4-22B8680E2A0C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8FBBBC-A4BA-40D8-BB6A-2D822B66B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22B0F-85E1-4BC9-9CA5-9E8F413B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F4DA-C2B8-4AAF-96CD-DA379B2B7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941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20471-97A9-439E-A84D-690055B23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39E83C-B60E-4DB1-A93B-E0545CAE7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2FDB1-11CC-454F-A550-71ABD7352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B3C78-7466-4BF5-A2E4-22B8680E2A0C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BC154-5EB8-4E43-BB0E-3A8F866CB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A366F-8F96-4F36-BE3F-0E068292D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F4DA-C2B8-4AAF-96CD-DA379B2B7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510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3A2997-6277-4B1A-8510-6F3F77EACD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545553-9212-4B11-9439-D0E39155B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E40AE-DBE0-42DF-B60C-689731B2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B3C78-7466-4BF5-A2E4-22B8680E2A0C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159EC-D4B6-4C7C-97B6-8C4B9CF2D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8CAFE-9AF5-4890-9D89-90A7A3F64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FF4DA-C2B8-4AAF-96CD-DA379B2B7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127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5B8A23-20DC-4EEF-A944-6B23BE6CD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08B04-ED07-4723-BDC6-77D448E92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02E3B-8453-4DB1-94A9-E9E6A280BE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B3C78-7466-4BF5-A2E4-22B8680E2A0C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0C8E0-F327-4B7F-AB4F-ACB791642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555EF-8FF6-4C35-83FF-CCF82C182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EFF4DA-C2B8-4AAF-96CD-DA379B2B7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77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 descr="Une image contenant croquis, verres&#10;&#10;Description générée automatiquement">
            <a:extLst>
              <a:ext uri="{FF2B5EF4-FFF2-40B4-BE49-F238E27FC236}">
                <a16:creationId xmlns:a16="http://schemas.microsoft.com/office/drawing/2014/main" id="{2228AE6A-6E12-41F6-2E60-736B61EE7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43538">
            <a:off x="8880680" y="4976870"/>
            <a:ext cx="1949250" cy="738664"/>
          </a:xfrm>
          <a:prstGeom prst="rect">
            <a:avLst/>
          </a:prstGeom>
        </p:spPr>
      </p:pic>
      <p:pic>
        <p:nvPicPr>
          <p:cNvPr id="3" name="Picture 2" descr="A picture containing tableware, cup&#10;&#10;Description automatically generated">
            <a:extLst>
              <a:ext uri="{FF2B5EF4-FFF2-40B4-BE49-F238E27FC236}">
                <a16:creationId xmlns:a16="http://schemas.microsoft.com/office/drawing/2014/main" id="{A7AF6AF2-6623-4084-9D0E-DFF3A7DF18C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58" r="19081"/>
          <a:stretch/>
        </p:blipFill>
        <p:spPr>
          <a:xfrm>
            <a:off x="300874" y="338051"/>
            <a:ext cx="4755936" cy="6116928"/>
          </a:xfrm>
          <a:prstGeom prst="rect">
            <a:avLst/>
          </a:prstGeom>
        </p:spPr>
      </p:pic>
      <p:pic>
        <p:nvPicPr>
          <p:cNvPr id="6" name="Image 22">
            <a:extLst>
              <a:ext uri="{FF2B5EF4-FFF2-40B4-BE49-F238E27FC236}">
                <a16:creationId xmlns:a16="http://schemas.microsoft.com/office/drawing/2014/main" id="{042A51AD-E57A-4A27-B373-80736F8D99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49364" flipH="1">
            <a:off x="-594358" y="1698103"/>
            <a:ext cx="7256525" cy="51327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988998D-F79F-4208-901D-D957A610056F}"/>
              </a:ext>
            </a:extLst>
          </p:cNvPr>
          <p:cNvSpPr/>
          <p:nvPr/>
        </p:nvSpPr>
        <p:spPr>
          <a:xfrm>
            <a:off x="238258" y="272128"/>
            <a:ext cx="11715484" cy="6271109"/>
          </a:xfrm>
          <a:prstGeom prst="rect">
            <a:avLst/>
          </a:prstGeom>
          <a:noFill/>
          <a:ln>
            <a:solidFill>
              <a:srgbClr val="12AB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pic>
        <p:nvPicPr>
          <p:cNvPr id="5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42BE2541-26DD-46C5-9031-4211838C1E6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01" t="26169" r="10441" b="24972"/>
          <a:stretch/>
        </p:blipFill>
        <p:spPr>
          <a:xfrm>
            <a:off x="9717494" y="445217"/>
            <a:ext cx="2030370" cy="5199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D245FE-B637-44C8-9DE1-170715F0BB55}"/>
              </a:ext>
            </a:extLst>
          </p:cNvPr>
          <p:cNvSpPr txBox="1"/>
          <p:nvPr/>
        </p:nvSpPr>
        <p:spPr>
          <a:xfrm>
            <a:off x="7188792" y="1636541"/>
            <a:ext cx="2381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272936"/>
                </a:solidFill>
                <a:latin typeface="Ubuntu Light" panose="020B0304030602030204" pitchFamily="34" charset="0"/>
              </a:rPr>
              <a:t>Presented 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2D3C4C-9519-4007-BAC4-8514C49851D3}"/>
              </a:ext>
            </a:extLst>
          </p:cNvPr>
          <p:cNvSpPr txBox="1"/>
          <p:nvPr/>
        </p:nvSpPr>
        <p:spPr>
          <a:xfrm>
            <a:off x="5262687" y="2674544"/>
            <a:ext cx="65414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272936"/>
                </a:solidFill>
                <a:latin typeface="Ubuntu Light" panose="020B0304030602030204" pitchFamily="34" charset="0"/>
              </a:rPr>
              <a:t>in recognition of his/her outstanding performance</a:t>
            </a:r>
          </a:p>
          <a:p>
            <a:pPr algn="ctr"/>
            <a:r>
              <a:rPr lang="en-IN" sz="2000" dirty="0">
                <a:solidFill>
                  <a:srgbClr val="272936"/>
                </a:solidFill>
                <a:latin typeface="Ubuntu Light" panose="020B0304030602030204" pitchFamily="34" charset="0"/>
              </a:rPr>
              <a:t>and lasting contribution 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CD0FDD-DD50-46FF-809B-EA40EBBF59F1}"/>
              </a:ext>
            </a:extLst>
          </p:cNvPr>
          <p:cNvSpPr txBox="1"/>
          <p:nvPr/>
        </p:nvSpPr>
        <p:spPr>
          <a:xfrm>
            <a:off x="5072536" y="963069"/>
            <a:ext cx="68812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300" dirty="0">
                <a:solidFill>
                  <a:srgbClr val="12ABDB"/>
                </a:solidFill>
                <a:latin typeface="Ubuntu Medium" panose="020B0604030602030204" pitchFamily="34" charset="0"/>
              </a:rPr>
              <a:t>DELIVERY EXCELLENCE AWARD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9710E2-23AE-41B6-9ED9-896009C86E00}"/>
              </a:ext>
            </a:extLst>
          </p:cNvPr>
          <p:cNvSpPr txBox="1"/>
          <p:nvPr/>
        </p:nvSpPr>
        <p:spPr>
          <a:xfrm>
            <a:off x="5622231" y="4121885"/>
            <a:ext cx="5646122" cy="641330"/>
          </a:xfrm>
          <a:prstGeom prst="round2SameRect">
            <a:avLst>
              <a:gd name="adj1" fmla="val 0"/>
              <a:gd name="adj2" fmla="val 33020"/>
            </a:avLst>
          </a:prstGeom>
          <a:noFill/>
          <a:ln w="12700">
            <a:solidFill>
              <a:srgbClr val="272936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IN" sz="1600" dirty="0">
                <a:solidFill>
                  <a:srgbClr val="12ABDB"/>
                </a:solidFill>
                <a:latin typeface="Ubuntu Light" panose="020B0304030602030204" pitchFamily="34" charset="0"/>
              </a:rPr>
              <a:t>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DD6FB0-53E5-4747-99C5-9839479100A7}"/>
              </a:ext>
            </a:extLst>
          </p:cNvPr>
          <p:cNvSpPr txBox="1"/>
          <p:nvPr/>
        </p:nvSpPr>
        <p:spPr>
          <a:xfrm>
            <a:off x="5367854" y="2131876"/>
            <a:ext cx="6201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12ABDB"/>
                </a:solidFill>
                <a:latin typeface="Ubuntu" panose="020B0504030602030204" pitchFamily="34" charset="0"/>
              </a:rPr>
              <a:t>ANKITA BHOWMICK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3DE8D3-B789-4D04-8DDC-353D7F27ED21}"/>
              </a:ext>
            </a:extLst>
          </p:cNvPr>
          <p:cNvSpPr txBox="1"/>
          <p:nvPr/>
        </p:nvSpPr>
        <p:spPr>
          <a:xfrm>
            <a:off x="7060190" y="3551116"/>
            <a:ext cx="2946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12ABDB"/>
                </a:solidFill>
                <a:latin typeface="Ubuntu" panose="020B0504030602030204" pitchFamily="34" charset="0"/>
              </a:rPr>
              <a:t>December 2024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F4ED59-BD66-4AC4-B0B7-A7CFA64DFEE8}"/>
              </a:ext>
            </a:extLst>
          </p:cNvPr>
          <p:cNvSpPr txBox="1"/>
          <p:nvPr/>
        </p:nvSpPr>
        <p:spPr>
          <a:xfrm>
            <a:off x="5462176" y="5551349"/>
            <a:ext cx="28245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rgbClr val="272936"/>
                </a:solidFill>
                <a:latin typeface="Ubuntu" panose="020B0504030602030204" pitchFamily="34" charset="0"/>
              </a:rPr>
              <a:t>Tushar Shah</a:t>
            </a:r>
          </a:p>
          <a:p>
            <a:pPr algn="ctr"/>
            <a:r>
              <a:rPr lang="en-IN" sz="1400" dirty="0">
                <a:solidFill>
                  <a:srgbClr val="272936"/>
                </a:solidFill>
                <a:latin typeface="Ubuntu" panose="020B0504030602030204" pitchFamily="34" charset="0"/>
              </a:rPr>
              <a:t>Group Operations Leader,</a:t>
            </a:r>
          </a:p>
          <a:p>
            <a:pPr algn="ctr"/>
            <a:r>
              <a:rPr lang="en-IN" sz="1400" dirty="0">
                <a:solidFill>
                  <a:srgbClr val="272936"/>
                </a:solidFill>
                <a:latin typeface="Ubuntu" panose="020B0504030602030204" pitchFamily="34" charset="0"/>
              </a:rPr>
              <a:t>Cloud Infrastructure Services</a:t>
            </a:r>
            <a:endParaRPr lang="en-IN" sz="1400" dirty="0">
              <a:solidFill>
                <a:srgbClr val="272936"/>
              </a:solidFill>
              <a:latin typeface="Ubuntu Light" panose="020B0304030602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884722-68B7-4E2E-8B10-2378E691CE86}"/>
              </a:ext>
            </a:extLst>
          </p:cNvPr>
          <p:cNvSpPr txBox="1"/>
          <p:nvPr/>
        </p:nvSpPr>
        <p:spPr>
          <a:xfrm>
            <a:off x="8513138" y="5554420"/>
            <a:ext cx="33706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rgbClr val="272936"/>
                </a:solidFill>
                <a:latin typeface="Ubuntu" panose="020B0504030602030204" pitchFamily="34" charset="0"/>
              </a:rPr>
              <a:t>Arnaud Lemaitre</a:t>
            </a:r>
          </a:p>
          <a:p>
            <a:pPr algn="ctr"/>
            <a:r>
              <a:rPr lang="en-IN" sz="1400" dirty="0">
                <a:solidFill>
                  <a:srgbClr val="272936"/>
                </a:solidFill>
                <a:latin typeface="Ubuntu Light" panose="020B0304030602030204" pitchFamily="34" charset="0"/>
              </a:rPr>
              <a:t>Global Service Delivery Manager,</a:t>
            </a:r>
          </a:p>
          <a:p>
            <a:pPr algn="ctr"/>
            <a:r>
              <a:rPr lang="en-IN" sz="1400" dirty="0">
                <a:solidFill>
                  <a:srgbClr val="272936"/>
                </a:solidFill>
                <a:latin typeface="Ubuntu Light" panose="020B0304030602030204" pitchFamily="34" charset="0"/>
              </a:rPr>
              <a:t>Cloud Infrastructure Services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7F4959-2215-4B2F-8DAA-C316922FD99E}"/>
              </a:ext>
            </a:extLst>
          </p:cNvPr>
          <p:cNvSpPr txBox="1"/>
          <p:nvPr/>
        </p:nvSpPr>
        <p:spPr>
          <a:xfrm>
            <a:off x="5697173" y="4134693"/>
            <a:ext cx="5699627" cy="641330"/>
          </a:xfrm>
          <a:prstGeom prst="round2SameRect">
            <a:avLst>
              <a:gd name="adj1" fmla="val 0"/>
              <a:gd name="adj2" fmla="val 33020"/>
            </a:avLst>
          </a:prstGeom>
          <a:solidFill>
            <a:srgbClr val="12ABD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prstClr val="white"/>
                </a:solidFill>
                <a:latin typeface="Ubuntu Light" panose="020B0304030602030204" pitchFamily="34" charset="0"/>
              </a:rPr>
              <a:t>Demonstrated a strong commitment to excellence, consistently delivering high-quality outcomes.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ABD95F-CDB7-49B4-83FC-A7BF68B15B4E}"/>
              </a:ext>
            </a:extLst>
          </p:cNvPr>
          <p:cNvSpPr txBox="1"/>
          <p:nvPr/>
        </p:nvSpPr>
        <p:spPr>
          <a:xfrm>
            <a:off x="2753245" y="6162591"/>
            <a:ext cx="215475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300" b="1" dirty="0">
                <a:latin typeface="Ubuntu" panose="020B0504030602030204" pitchFamily="34" charset="0"/>
                <a:ea typeface="Calibri" panose="020F0502020204030204" pitchFamily="34" charset="0"/>
              </a:rPr>
              <a:t>#GetTheFutureYouWant</a:t>
            </a:r>
            <a:endParaRPr lang="en-IN" sz="1300" b="1" dirty="0">
              <a:latin typeface="Ubuntu" panose="020B0504030602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0221E3-D141-441A-A24C-FA5E3E87EA02}"/>
              </a:ext>
            </a:extLst>
          </p:cNvPr>
          <p:cNvSpPr txBox="1"/>
          <p:nvPr/>
        </p:nvSpPr>
        <p:spPr>
          <a:xfrm>
            <a:off x="285148" y="6162591"/>
            <a:ext cx="227498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300" b="1" dirty="0">
                <a:latin typeface="Ubuntu" panose="020B0504030602030204" pitchFamily="34" charset="0"/>
                <a:ea typeface="Calibri" panose="020F0502020204030204" pitchFamily="34" charset="0"/>
              </a:rPr>
              <a:t>#RewardsAtCapgeminiCIS</a:t>
            </a:r>
            <a:endParaRPr lang="en-IN" sz="1300" b="1" dirty="0">
              <a:latin typeface="Ubuntu" panose="020B050403060203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2EC6E18-D610-6196-4D40-770D5CFB8E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3017" y="5205851"/>
            <a:ext cx="2058135" cy="42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468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6a2ae5a-9f00-4f6b-95ed-5d33d77c4d61}" enabled="0" method="" siteId="{76a2ae5a-9f00-4f6b-95ed-5d33d77c4d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3916</TotalTime>
  <Words>57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Ubuntu</vt:lpstr>
      <vt:lpstr>Ubuntu Light</vt:lpstr>
      <vt:lpstr>Ubuntu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Shakya, Suprabha</dc:creator>
  <cp:lastModifiedBy>Bhowmick, Ankita</cp:lastModifiedBy>
  <cp:revision>16</cp:revision>
  <dcterms:created xsi:type="dcterms:W3CDTF">2022-08-24T02:22:32Z</dcterms:created>
  <dcterms:modified xsi:type="dcterms:W3CDTF">2025-08-21T10:29:54Z</dcterms:modified>
</cp:coreProperties>
</file>